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PRESENTATION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Fleet Intelligence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Inverter Efficiency Prediction and Anomaly Detection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Kanishka Nandini | Roll No. 2410031177 | B.Tech CSE (AI) | Batch 2024-2028 | IILM University, Greater Noida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at Tata Power Renewable Energy Limited | September 02 – October 01,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365760"/>
            <a:ext cx="914400" cy="914400"/>
          </a:xfrm>
          <a:prstGeom prst="ellipse">
            <a:avLst/>
          </a:prstGeom>
          <a:solidFill>
            <a:srgbClr val="C5D9F1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365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4320" y="1463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Kanishka Nandini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– AI/ML Specialist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STUDENT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STUDENT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594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291840" y="1024128"/>
            <a:ext cx="274320" cy="274320"/>
          </a:xfrm>
          <a:prstGeom prst="ellipse">
            <a:avLst/>
          </a:prstGeom>
          <a:solidFill>
            <a:srgbClr val="C5D9F1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24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1051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1298448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2410031177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463040"/>
            <a:ext cx="274320" cy="274320"/>
          </a:xfrm>
          <a:prstGeom prst="ellipse">
            <a:avLst/>
          </a:prstGeom>
          <a:solidFill>
            <a:srgbClr val="C5D9F1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🏛️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49040" y="14904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49040" y="173736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1901952"/>
            <a:ext cx="274320" cy="274320"/>
          </a:xfrm>
          <a:prstGeom prst="ellipse">
            <a:avLst/>
          </a:prstGeom>
          <a:solidFill>
            <a:srgbClr val="C5D9F1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1901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📚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49040" y="192938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49040" y="2176272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(AI), Batch 2024-2028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2340864"/>
            <a:ext cx="274320" cy="274320"/>
          </a:xfrm>
          <a:prstGeom prst="ellipse">
            <a:avLst/>
          </a:prstGeom>
          <a:solidFill>
            <a:srgbClr val="C5D9F1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23408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⚙️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49040" y="23682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Domain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49040" y="2615184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Intern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2779776"/>
            <a:ext cx="274320" cy="274320"/>
          </a:xfrm>
          <a:prstGeom prst="ellipse">
            <a:avLst/>
          </a:prstGeom>
          <a:solidFill>
            <a:srgbClr val="C5D9F1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27797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🏢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49040" y="28072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49040" y="3054096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Renewable Energy Limited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91840" y="3218688"/>
            <a:ext cx="274320" cy="274320"/>
          </a:xfrm>
          <a:prstGeom prst="ellipse">
            <a:avLst/>
          </a:prstGeom>
          <a:solidFill>
            <a:srgbClr val="C5D9F1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0" y="32186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749040" y="3246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49040" y="3493008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 | Sept – Oct 2026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91840" y="3657600"/>
            <a:ext cx="274320" cy="274320"/>
          </a:xfrm>
          <a:prstGeom prst="ellipse">
            <a:avLst/>
          </a:prstGeom>
          <a:solidFill>
            <a:srgbClr val="C5D9F1"/>
          </a:solidFill>
          <a:ln/>
        </p:spPr>
      </p:sp>
      <p:sp>
        <p:nvSpPr>
          <p:cNvPr id="35" name="Text 33"/>
          <p:cNvSpPr/>
          <p:nvPr/>
        </p:nvSpPr>
        <p:spPr>
          <a:xfrm>
            <a:off x="3291840" y="3657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👨‍💼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749040" y="36850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749040" y="393192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Paresh Onsker (Group Head, Infra &amp; Support)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Fleet Intelligence • Kanishka Nandini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ORGANIZATION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ORGANIZATION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Renewable Energy Limited (TPREL)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Subsidiary of The Tata Power Company Limited — India's largest integrated power company and part of the iconic Tata Group. Leading player in India's renewable energy sector with diversified portfolio spanning solar, wind, hybrid, and battery energy storage systems.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651760" cy="23774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423160"/>
            <a:ext cx="457200" cy="457200"/>
          </a:xfrm>
          <a:prstGeom prst="ellipse">
            <a:avLst/>
          </a:prstGeom>
          <a:solidFill>
            <a:srgbClr val="C5D9F1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🏛️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3017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Group Legacy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3832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iconic Tata Group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2194560"/>
            <a:ext cx="2651760" cy="23774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2423160"/>
            <a:ext cx="457200" cy="457200"/>
          </a:xfrm>
          <a:prstGeom prst="ellipse">
            <a:avLst/>
          </a:prstGeom>
          <a:solidFill>
            <a:srgbClr val="C5D9F1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☀️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74720" y="3017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Leader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33832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leading renewable energy player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194560"/>
            <a:ext cx="2651760" cy="23774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2423160"/>
            <a:ext cx="457200" cy="457200"/>
          </a:xfrm>
          <a:prstGeom prst="ellipse">
            <a:avLst/>
          </a:prstGeom>
          <a:solidFill>
            <a:srgbClr val="C5D9F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55080" y="3017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O&amp;M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33832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assets monitored continuously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Fleet Intelligence • Kanishka Nandini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Cost of Inverter Inefficiency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Solar inverters lose 3-8% efficiency due to high ambient temperature, soiling (dust on panels), aging components, and sensor faults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Traditional monitoring catches only COMPLETE failures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Small efficiency losses = Lakhs of ₹ silently lost over months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Which inverters are underperforming?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By how much, in ₹ terms?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Why are they underperforming?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828800" cy="822960"/>
          </a:xfrm>
          <a:prstGeom prst="roundRect">
            <a:avLst/>
          </a:prstGeom>
          <a:solidFill>
            <a:srgbClr val="1A3A6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950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40050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Early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23160" y="406908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3A6B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651760" y="3886200"/>
            <a:ext cx="1828800" cy="822960"/>
          </a:xfrm>
          <a:prstGeom prst="roundRect">
            <a:avLst/>
          </a:prstGeom>
          <a:solidFill>
            <a:srgbClr val="1A3A6B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3950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08960" y="40050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Efficiency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6280" y="406908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3A6B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54880" y="3886200"/>
            <a:ext cx="1828800" cy="822960"/>
          </a:xfrm>
          <a:prstGeom prst="roundRect">
            <a:avLst/>
          </a:prstGeom>
          <a:solidFill>
            <a:srgbClr val="1A3A6B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3950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12080" y="40050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₹ Loss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406908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3A6B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0" y="3886200"/>
            <a:ext cx="1828800" cy="822960"/>
          </a:xfrm>
          <a:prstGeom prst="roundRect">
            <a:avLst/>
          </a:prstGeom>
          <a:solidFill>
            <a:srgbClr val="1A3A6B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3950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0" y="40050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Fleet Intelligence • Kanishka Nandini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Internship Set Out to Achieve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15544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1371600"/>
            <a:ext cx="457200" cy="457200"/>
          </a:xfrm>
          <a:prstGeom prst="ellipse">
            <a:avLst/>
          </a:prstGeom>
          <a:solidFill>
            <a:srgbClr val="C5D9F1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Efficiency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188720"/>
            <a:ext cx="2651760" cy="15544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371600"/>
            <a:ext cx="457200" cy="457200"/>
          </a:xfrm>
          <a:prstGeom prst="ellipse">
            <a:avLst/>
          </a:prstGeom>
          <a:solidFill>
            <a:srgbClr val="C5D9F1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2044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Anomalies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331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on residuals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651760" cy="15544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1371600"/>
            <a:ext cx="457200" cy="457200"/>
          </a:xfrm>
          <a:prstGeom prst="ellipse">
            <a:avLst/>
          </a:prstGeom>
          <a:solidFill>
            <a:srgbClr val="C5D9F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💵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₹ Cost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2331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inverter, annualized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2651760" cy="15544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54480" y="3108960"/>
            <a:ext cx="457200" cy="457200"/>
          </a:xfrm>
          <a:prstGeom prst="ellipse">
            <a:avLst/>
          </a:prstGeom>
          <a:solidFill>
            <a:srgbClr val="C5D9F1"/>
          </a:solidFill>
          <a:ln/>
        </p:spPr>
      </p:sp>
      <p:sp>
        <p:nvSpPr>
          <p:cNvPr id="22" name="Text 20"/>
          <p:cNvSpPr/>
          <p:nvPr/>
        </p:nvSpPr>
        <p:spPr>
          <a:xfrm>
            <a:off x="15544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40080" y="3703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Decisions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069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 importance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2926080"/>
            <a:ext cx="2651760" cy="15544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34840" y="3108960"/>
            <a:ext cx="457200" cy="457200"/>
          </a:xfrm>
          <a:prstGeom prst="ellipse">
            <a:avLst/>
          </a:prstGeom>
          <a:solidFill>
            <a:srgbClr val="C5D9F1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520440" y="3703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REST API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20440" y="4069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with Swagger docs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2926080"/>
            <a:ext cx="2651760" cy="15544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0" y="3108960"/>
            <a:ext cx="457200" cy="457200"/>
          </a:xfrm>
          <a:prstGeom prst="ellipse">
            <a:avLst/>
          </a:prstGeom>
          <a:solidFill>
            <a:srgbClr val="C5D9F1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400800" y="3703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Dashboard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4069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UI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Fleet Intelligence • Kanishka Nandini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 Behind the Internship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65960" cy="14630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6152" y="1325880"/>
            <a:ext cx="457200" cy="457200"/>
          </a:xfrm>
          <a:prstGeom prst="ellipse">
            <a:avLst/>
          </a:prstGeom>
          <a:solidFill>
            <a:srgbClr val="C5D9F1"/>
          </a:solidFill>
          <a:ln/>
        </p:spPr>
      </p:sp>
      <p:sp>
        <p:nvSpPr>
          <p:cNvPr id="7" name="Text 5"/>
          <p:cNvSpPr/>
          <p:nvPr/>
        </p:nvSpPr>
        <p:spPr>
          <a:xfrm>
            <a:off x="121615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1945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65960" cy="14630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1325880"/>
            <a:ext cx="457200" cy="457200"/>
          </a:xfrm>
          <a:prstGeom prst="ellipse">
            <a:avLst/>
          </a:prstGeom>
          <a:solidFill>
            <a:srgbClr val="C5D9F1"/>
          </a:solidFill>
          <a:ln/>
        </p:spPr>
      </p:sp>
      <p:sp>
        <p:nvSpPr>
          <p:cNvPr id="12" name="Text 10"/>
          <p:cNvSpPr/>
          <p:nvPr/>
        </p:nvSpPr>
        <p:spPr>
          <a:xfrm>
            <a:off x="336499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43200" y="18745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21945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188720"/>
            <a:ext cx="1965960" cy="14630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13832" y="1325880"/>
            <a:ext cx="457200" cy="457200"/>
          </a:xfrm>
          <a:prstGeom prst="ellipse">
            <a:avLst/>
          </a:prstGeom>
          <a:solidFill>
            <a:srgbClr val="C5D9F1"/>
          </a:solidFill>
          <a:ln/>
        </p:spPr>
      </p:sp>
      <p:sp>
        <p:nvSpPr>
          <p:cNvPr id="17" name="Text 15"/>
          <p:cNvSpPr/>
          <p:nvPr/>
        </p:nvSpPr>
        <p:spPr>
          <a:xfrm>
            <a:off x="551383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🌳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92040" y="18745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1945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ML model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1188720"/>
            <a:ext cx="1965960" cy="14630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62672" y="1325880"/>
            <a:ext cx="457200" cy="457200"/>
          </a:xfrm>
          <a:prstGeom prst="ellipse">
            <a:avLst/>
          </a:prstGeom>
          <a:solidFill>
            <a:srgbClr val="C5D9F1"/>
          </a:solidFill>
          <a:ln/>
        </p:spPr>
      </p:sp>
      <p:sp>
        <p:nvSpPr>
          <p:cNvPr id="22" name="Text 20"/>
          <p:cNvSpPr/>
          <p:nvPr/>
        </p:nvSpPr>
        <p:spPr>
          <a:xfrm>
            <a:off x="766267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040880" y="18745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40880" y="21945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CV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880360"/>
            <a:ext cx="1965960" cy="14630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16152" y="3017520"/>
            <a:ext cx="457200" cy="457200"/>
          </a:xfrm>
          <a:prstGeom prst="ellipse">
            <a:avLst/>
          </a:prstGeom>
          <a:solidFill>
            <a:srgbClr val="C5D9F1"/>
          </a:solidFill>
          <a:ln/>
        </p:spPr>
      </p:sp>
      <p:sp>
        <p:nvSpPr>
          <p:cNvPr id="27" name="Text 25"/>
          <p:cNvSpPr/>
          <p:nvPr/>
        </p:nvSpPr>
        <p:spPr>
          <a:xfrm>
            <a:off x="1216152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94360" y="3566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38862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06040" y="2880360"/>
            <a:ext cx="1965960" cy="14630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64992" y="3017520"/>
            <a:ext cx="457200" cy="457200"/>
          </a:xfrm>
          <a:prstGeom prst="ellipse">
            <a:avLst/>
          </a:prstGeom>
          <a:solidFill>
            <a:srgbClr val="C5D9F1"/>
          </a:solidFill>
          <a:ln/>
        </p:spPr>
      </p:sp>
      <p:sp>
        <p:nvSpPr>
          <p:cNvPr id="32" name="Text 30"/>
          <p:cNvSpPr/>
          <p:nvPr/>
        </p:nvSpPr>
        <p:spPr>
          <a:xfrm>
            <a:off x="3364992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743200" y="3566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0" y="38862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2880360"/>
            <a:ext cx="1965960" cy="14630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13832" y="3017520"/>
            <a:ext cx="457200" cy="457200"/>
          </a:xfrm>
          <a:prstGeom prst="ellipse">
            <a:avLst/>
          </a:prstGeom>
          <a:solidFill>
            <a:srgbClr val="C5D9F1"/>
          </a:solidFill>
          <a:ln/>
        </p:spPr>
      </p:sp>
      <p:sp>
        <p:nvSpPr>
          <p:cNvPr id="37" name="Text 35"/>
          <p:cNvSpPr/>
          <p:nvPr/>
        </p:nvSpPr>
        <p:spPr>
          <a:xfrm>
            <a:off x="5513832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892040" y="3566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Uvicorn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38862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backend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03720" y="2880360"/>
            <a:ext cx="1965960" cy="14630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62672" y="3017520"/>
            <a:ext cx="457200" cy="457200"/>
          </a:xfrm>
          <a:prstGeom prst="ellipse">
            <a:avLst/>
          </a:prstGeom>
          <a:solidFill>
            <a:srgbClr val="C5D9F1"/>
          </a:solidFill>
          <a:ln/>
        </p:spPr>
      </p:sp>
      <p:sp>
        <p:nvSpPr>
          <p:cNvPr id="42" name="Text 40"/>
          <p:cNvSpPr/>
          <p:nvPr/>
        </p:nvSpPr>
        <p:spPr>
          <a:xfrm>
            <a:off x="7662672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040880" y="3566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040880" y="38862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Fleet Intelligence • Kanishka Nandini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Business Insight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502920"/>
          </a:xfrm>
          <a:prstGeom prst="rect">
            <a:avLst/>
          </a:prstGeom>
          <a:solidFill>
            <a:srgbClr val="2B5AA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600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82880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simulation (10 inverters, 1 year, 47,450 rows)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0" y="21762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5D9F1"/>
                </a:solidFill>
              </a:rPr>
              <a:t>↓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8046720" cy="5029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286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51460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features: rolling, lag, physics interactions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0" y="28620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5D9F1"/>
                </a:solidFill>
              </a:rPr>
              <a:t>↓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8046720" cy="502920"/>
          </a:xfrm>
          <a:prstGeom prst="rect">
            <a:avLst/>
          </a:prstGeom>
          <a:solidFill>
            <a:srgbClr val="2B5AA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2971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Layer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320040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Isolation Forest + SHAP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0" y="35478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5D9F1"/>
                </a:solidFill>
              </a:rPr>
              <a:t>↓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8046720" cy="5029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388620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cost impact per inverter, annualized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42336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5D9F1"/>
                </a:solidFill>
              </a:rPr>
              <a:t>↓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solidFill>
            <a:srgbClr val="2B5AA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389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34440" y="4343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Layer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457200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endpoints + Gradio dashboard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Fleet Intelligence • Kanishka Nandini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4-Week Journey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640080" cy="64008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2103120"/>
            <a:ext cx="1188720" cy="20116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240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EDA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1005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synthetic 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generation, feature engineering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51760" y="1280160"/>
            <a:ext cx="640080" cy="64008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377440" y="2103120"/>
            <a:ext cx="1188720" cy="20116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2240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2697480"/>
            <a:ext cx="1005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LightGBM training,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CV, stratified split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640080" cy="64008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480560" y="2103120"/>
            <a:ext cx="1188720" cy="20116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2240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 Anomaly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697480"/>
            <a:ext cx="1005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analysis, Isolation Forest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health monitoring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1280160"/>
            <a:ext cx="640080" cy="64008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6583680" y="2103120"/>
            <a:ext cx="1188720" cy="20116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240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2697480"/>
            <a:ext cx="1005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backend, Gradio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cost reports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Fleet Intelligence • Kanishka Nandini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&amp; Business Impact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Metrics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114800" cy="256032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17373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0.9004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2514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R²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32918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0.9058 ± 0.0014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1554480"/>
            <a:ext cx="3840480" cy="256032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7373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Faulty Inverters Flagged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66560" y="17373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10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331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Annual Loss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0" y="23317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₹5.55 Lakh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2926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Contributors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66560" y="29260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of total loss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35204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Efficiency Driver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35204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Fleet Intelligence • Kanishka Nandini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Capabilities Gained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228600" cy="2286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1556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143000"/>
            <a:ext cx="772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 — data → model → deployment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572768"/>
            <a:ext cx="228600" cy="2286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7276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600200"/>
            <a:ext cx="772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real-world messy data — missing values, outliers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029968"/>
            <a:ext cx="228600" cy="2286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2996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057400"/>
            <a:ext cx="772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with SHAP — stakeholder trust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487168"/>
            <a:ext cx="228600" cy="2286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48716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514600"/>
            <a:ext cx="772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quantification — ₹ impact analysis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944368"/>
            <a:ext cx="228600" cy="2286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94436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72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— FastAPI + Gradio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01568"/>
            <a:ext cx="228600" cy="2286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40156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429000"/>
            <a:ext cx="772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 — Solar O&amp;M at Tata Power scale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858768"/>
            <a:ext cx="228600" cy="2286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85876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3886200"/>
            <a:ext cx="772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documentation + GitHub repository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Fleet Intelligence • Kanishka Nandini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2B5AA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2B5AA0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0" y="365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🏛️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Grateful to: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Paresh Onsker — Group Head, Infra &amp; Support, TPREL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Renewable Energy Limited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Repository: https://github.com/Kans1505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Kanishka Nandini | Roll No. 2410031177 | B.Tech CSE (AI)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2026-09-10T17:56:40Z</dcterms:created>
  <dcterms:modified xsi:type="dcterms:W3CDTF">2026-09-10T17:56:40Z</dcterms:modified>
</cp:coreProperties>
</file>